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1"/>
  </p:sldMasterIdLst>
  <p:notesMasterIdLst>
    <p:notesMasterId r:id="rId8"/>
  </p:notesMasterIdLst>
  <p:handoutMasterIdLst>
    <p:handoutMasterId r:id="rId9"/>
  </p:handoutMasterIdLst>
  <p:sldIdLst>
    <p:sldId id="256" r:id="rId2"/>
    <p:sldId id="262" r:id="rId3"/>
    <p:sldId id="261" r:id="rId4"/>
    <p:sldId id="263" r:id="rId5"/>
    <p:sldId id="264" r:id="rId6"/>
    <p:sldId id="260" r:id="rId7"/>
  </p:sldIdLst>
  <p:sldSz cx="12192000" cy="6858000"/>
  <p:notesSz cx="6858000" cy="9144000"/>
  <p:defaultTextStyle>
    <a:defPPr rtl="0"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9F12A1-88E8-4279-B432-C39276952D2D}" v="319" dt="2022-11-15T21:50:11.2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48" autoAdjust="0"/>
  </p:normalViewPr>
  <p:slideViewPr>
    <p:cSldViewPr snapToGrid="0">
      <p:cViewPr varScale="1">
        <p:scale>
          <a:sx n="116" d="100"/>
          <a:sy n="116" d="100"/>
        </p:scale>
        <p:origin x="3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3" d="100"/>
          <a:sy n="93" d="100"/>
        </p:scale>
        <p:origin x="3708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5/10/relationships/revisionInfo" Target="revisionInfo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C16A6-8C48-4165-8DAF-8C957C12A8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</dgm:pt>
    <dgm:pt modelId="{701D68F5-42F8-47BC-8FED-84C50F595DF0}">
      <dgm:prSet phldrT="[Text]" phldr="0"/>
      <dgm:spPr/>
      <dgm:t>
        <a:bodyPr rtlCol="0"/>
        <a:lstStyle/>
        <a:p>
          <a:pPr rtl="0"/>
          <a:r>
            <a:rPr lang="es-ES" noProof="0" dirty="0">
              <a:latin typeface="Gill Sans MT" panose="020B0502020104020203"/>
            </a:rPr>
            <a:t>SmartPhones</a:t>
          </a:r>
          <a:endParaRPr lang="es-ES" noProof="0" dirty="0"/>
        </a:p>
      </dgm:t>
    </dgm:pt>
    <dgm:pt modelId="{9617668C-C38C-4017-8DDF-37855B15D110}" type="parTrans" cxnId="{C4BA385D-31ED-40EF-A5D6-98DFBA64E71A}">
      <dgm:prSet/>
      <dgm:spPr/>
      <dgm:t>
        <a:bodyPr rtlCol="0"/>
        <a:lstStyle/>
        <a:p>
          <a:pPr rtl="0"/>
          <a:endParaRPr lang="es-ES" noProof="0" dirty="0"/>
        </a:p>
      </dgm:t>
    </dgm:pt>
    <dgm:pt modelId="{0C95B389-AC0C-4055-9AA3-38815EFC8B0A}" type="sibTrans" cxnId="{C4BA385D-31ED-40EF-A5D6-98DFBA64E71A}">
      <dgm:prSet/>
      <dgm:spPr/>
      <dgm:t>
        <a:bodyPr rtlCol="0"/>
        <a:lstStyle/>
        <a:p>
          <a:pPr rtl="0"/>
          <a:endParaRPr lang="es-ES" noProof="0" dirty="0"/>
        </a:p>
      </dgm:t>
    </dgm:pt>
    <dgm:pt modelId="{91A66877-AC1C-46D9-BF2C-6024B638DEA9}">
      <dgm:prSet phldrT="[Text]"/>
      <dgm:spPr/>
      <dgm:t>
        <a:bodyPr rtlCol="0"/>
        <a:lstStyle/>
        <a:p>
          <a:pPr rtl="0"/>
          <a:r>
            <a:rPr lang="es-ES" noProof="0" dirty="0"/>
            <a:t>Satélite</a:t>
          </a:r>
        </a:p>
      </dgm:t>
    </dgm:pt>
    <dgm:pt modelId="{913FED05-DF41-48A7-B1F8-81937A468EF9}" type="parTrans" cxnId="{7F0DAB6F-9257-4F2D-B31A-3418F73F6952}">
      <dgm:prSet/>
      <dgm:spPr/>
      <dgm:t>
        <a:bodyPr rtlCol="0"/>
        <a:lstStyle/>
        <a:p>
          <a:pPr rtl="0"/>
          <a:endParaRPr lang="es-ES" noProof="0" dirty="0"/>
        </a:p>
      </dgm:t>
    </dgm:pt>
    <dgm:pt modelId="{BFCE4A28-C381-46FF-935A-B11534EF7D87}" type="sibTrans" cxnId="{7F0DAB6F-9257-4F2D-B31A-3418F73F6952}">
      <dgm:prSet/>
      <dgm:spPr/>
      <dgm:t>
        <a:bodyPr rtlCol="0"/>
        <a:lstStyle/>
        <a:p>
          <a:pPr rtl="0"/>
          <a:endParaRPr lang="es-ES" noProof="0" dirty="0"/>
        </a:p>
      </dgm:t>
    </dgm:pt>
    <dgm:pt modelId="{76CC3289-2662-43F0-A3C6-BA04A135F08C}">
      <dgm:prSet phldrT="[Text]"/>
      <dgm:spPr/>
      <dgm:t>
        <a:bodyPr rtlCol="0"/>
        <a:lstStyle/>
        <a:p>
          <a:pPr rtl="0"/>
          <a:r>
            <a:rPr lang="es-ES" noProof="0" dirty="0"/>
            <a:t>Vínculo</a:t>
          </a:r>
        </a:p>
      </dgm:t>
    </dgm:pt>
    <dgm:pt modelId="{D46DB4DA-1442-4ECE-89FE-BBB1E3489E3D}" type="parTrans" cxnId="{0400886E-8A1A-44C2-95A7-DB0EF4911494}">
      <dgm:prSet/>
      <dgm:spPr/>
      <dgm:t>
        <a:bodyPr rtlCol="0"/>
        <a:lstStyle/>
        <a:p>
          <a:pPr rtl="0"/>
          <a:endParaRPr lang="es-ES" noProof="0" dirty="0"/>
        </a:p>
      </dgm:t>
    </dgm:pt>
    <dgm:pt modelId="{FA28C9D6-476E-43CD-BA23-D6D990FD78D0}" type="sibTrans" cxnId="{0400886E-8A1A-44C2-95A7-DB0EF4911494}">
      <dgm:prSet/>
      <dgm:spPr/>
      <dgm:t>
        <a:bodyPr rtlCol="0"/>
        <a:lstStyle/>
        <a:p>
          <a:pPr rtl="0"/>
          <a:endParaRPr lang="es-ES" noProof="0" dirty="0"/>
        </a:p>
      </dgm:t>
    </dgm:pt>
    <dgm:pt modelId="{8994D886-A75F-411A-A9D7-D31991FF12BD}" type="pres">
      <dgm:prSet presAssocID="{7D9C16A6-8C48-4165-8DAF-8C957C12A8FA}" presName="root" presStyleCnt="0">
        <dgm:presLayoutVars>
          <dgm:dir/>
          <dgm:resizeHandles val="exact"/>
        </dgm:presLayoutVars>
      </dgm:prSet>
      <dgm:spPr/>
    </dgm:pt>
    <dgm:pt modelId="{E1DBA6D5-BD14-4CD2-A0CC-80F867FEFA81}" type="pres">
      <dgm:prSet presAssocID="{701D68F5-42F8-47BC-8FED-84C50F595DF0}" presName="compNode" presStyleCnt="0"/>
      <dgm:spPr/>
    </dgm:pt>
    <dgm:pt modelId="{19A8DC21-3E65-409D-AD53-DA51BB9198A0}" type="pres">
      <dgm:prSet presAssocID="{701D68F5-42F8-47BC-8FED-84C50F595DF0}" presName="iconRect" presStyleLbl="node1" presStyleIdx="0" presStyleCnt="3" custScaleX="157625" custScaleY="157625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B9F90A48-FF94-4C94-A587-0190406F6FD3}" type="pres">
      <dgm:prSet presAssocID="{701D68F5-42F8-47BC-8FED-84C50F595DF0}" presName="spaceRect" presStyleCnt="0"/>
      <dgm:spPr/>
    </dgm:pt>
    <dgm:pt modelId="{A99B5DD6-89E9-4537-B415-4205CEB9323A}" type="pres">
      <dgm:prSet presAssocID="{701D68F5-42F8-47BC-8FED-84C50F595DF0}" presName="textRect" presStyleLbl="revTx" presStyleIdx="0" presStyleCnt="3">
        <dgm:presLayoutVars>
          <dgm:chMax val="1"/>
          <dgm:chPref val="1"/>
        </dgm:presLayoutVars>
      </dgm:prSet>
      <dgm:spPr/>
    </dgm:pt>
    <dgm:pt modelId="{8B391436-B9B0-45BD-A57F-792D6376D868}" type="pres">
      <dgm:prSet presAssocID="{0C95B389-AC0C-4055-9AA3-38815EFC8B0A}" presName="sibTrans" presStyleCnt="0"/>
      <dgm:spPr/>
    </dgm:pt>
    <dgm:pt modelId="{95872155-C45D-46D3-874C-D838089A06F8}" type="pres">
      <dgm:prSet presAssocID="{91A66877-AC1C-46D9-BF2C-6024B638DEA9}" presName="compNode" presStyleCnt="0"/>
      <dgm:spPr/>
    </dgm:pt>
    <dgm:pt modelId="{CE9DF0E8-B0DE-4E1E-9FF4-6006AD8428DB}" type="pres">
      <dgm:prSet presAssocID="{91A66877-AC1C-46D9-BF2C-6024B638DEA9}" presName="iconRect" presStyleLbl="node1" presStyleIdx="1" presStyleCnt="3" custScaleX="157625" custScaleY="15762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AA0423A1-55B2-45E9-BFE7-3FBE5BDA65ED}" type="pres">
      <dgm:prSet presAssocID="{91A66877-AC1C-46D9-BF2C-6024B638DEA9}" presName="spaceRect" presStyleCnt="0"/>
      <dgm:spPr/>
    </dgm:pt>
    <dgm:pt modelId="{55120873-6F5C-4053-8EAD-6287A7F1097E}" type="pres">
      <dgm:prSet presAssocID="{91A66877-AC1C-46D9-BF2C-6024B638DEA9}" presName="textRect" presStyleLbl="revTx" presStyleIdx="1" presStyleCnt="3">
        <dgm:presLayoutVars>
          <dgm:chMax val="1"/>
          <dgm:chPref val="1"/>
        </dgm:presLayoutVars>
      </dgm:prSet>
      <dgm:spPr/>
    </dgm:pt>
    <dgm:pt modelId="{F679C986-30E4-4F0A-A3A6-CAE528BFED76}" type="pres">
      <dgm:prSet presAssocID="{BFCE4A28-C381-46FF-935A-B11534EF7D87}" presName="sibTrans" presStyleCnt="0"/>
      <dgm:spPr/>
    </dgm:pt>
    <dgm:pt modelId="{2EC2FDE3-8908-45C7-A3FD-EB370213FE69}" type="pres">
      <dgm:prSet presAssocID="{76CC3289-2662-43F0-A3C6-BA04A135F08C}" presName="compNode" presStyleCnt="0"/>
      <dgm:spPr/>
    </dgm:pt>
    <dgm:pt modelId="{6DB1FE51-13D0-4A38-AD6E-48D4371A1AF3}" type="pres">
      <dgm:prSet presAssocID="{76CC3289-2662-43F0-A3C6-BA04A135F08C}" presName="iconRect" presStyleLbl="node1" presStyleIdx="2" presStyleCnt="3" custScaleX="157625" custScaleY="15762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0928538A-05CC-4A79-BD5D-92F985D1EEE5}" type="pres">
      <dgm:prSet presAssocID="{76CC3289-2662-43F0-A3C6-BA04A135F08C}" presName="spaceRect" presStyleCnt="0"/>
      <dgm:spPr/>
    </dgm:pt>
    <dgm:pt modelId="{133097FC-B1F8-4953-B0AB-E8E73D968D1C}" type="pres">
      <dgm:prSet presAssocID="{76CC3289-2662-43F0-A3C6-BA04A135F08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B8CB22C-9648-419B-97E9-4AA6C3555723}" type="presOf" srcId="{701D68F5-42F8-47BC-8FED-84C50F595DF0}" destId="{A99B5DD6-89E9-4537-B415-4205CEB9323A}" srcOrd="0" destOrd="0" presId="urn:microsoft.com/office/officeart/2018/2/layout/IconLabelList"/>
    <dgm:cxn modelId="{C4BA385D-31ED-40EF-A5D6-98DFBA64E71A}" srcId="{7D9C16A6-8C48-4165-8DAF-8C957C12A8FA}" destId="{701D68F5-42F8-47BC-8FED-84C50F595DF0}" srcOrd="0" destOrd="0" parTransId="{9617668C-C38C-4017-8DDF-37855B15D110}" sibTransId="{0C95B389-AC0C-4055-9AA3-38815EFC8B0A}"/>
    <dgm:cxn modelId="{5574CC64-4BF2-43BE-BABC-6DF1E58A4C74}" type="presOf" srcId="{7D9C16A6-8C48-4165-8DAF-8C957C12A8FA}" destId="{8994D886-A75F-411A-A9D7-D31991FF12BD}" srcOrd="0" destOrd="0" presId="urn:microsoft.com/office/officeart/2018/2/layout/IconLabelList"/>
    <dgm:cxn modelId="{0400886E-8A1A-44C2-95A7-DB0EF4911494}" srcId="{7D9C16A6-8C48-4165-8DAF-8C957C12A8FA}" destId="{76CC3289-2662-43F0-A3C6-BA04A135F08C}" srcOrd="2" destOrd="0" parTransId="{D46DB4DA-1442-4ECE-89FE-BBB1E3489E3D}" sibTransId="{FA28C9D6-476E-43CD-BA23-D6D990FD78D0}"/>
    <dgm:cxn modelId="{7F0DAB6F-9257-4F2D-B31A-3418F73F6952}" srcId="{7D9C16A6-8C48-4165-8DAF-8C957C12A8FA}" destId="{91A66877-AC1C-46D9-BF2C-6024B638DEA9}" srcOrd="1" destOrd="0" parTransId="{913FED05-DF41-48A7-B1F8-81937A468EF9}" sibTransId="{BFCE4A28-C381-46FF-935A-B11534EF7D87}"/>
    <dgm:cxn modelId="{EC5C6E85-C523-4B60-976B-342F12E3A6CB}" type="presOf" srcId="{91A66877-AC1C-46D9-BF2C-6024B638DEA9}" destId="{55120873-6F5C-4053-8EAD-6287A7F1097E}" srcOrd="0" destOrd="0" presId="urn:microsoft.com/office/officeart/2018/2/layout/IconLabelList"/>
    <dgm:cxn modelId="{6E31C6AB-C9E6-448F-A8CC-566A63619D4D}" type="presOf" srcId="{76CC3289-2662-43F0-A3C6-BA04A135F08C}" destId="{133097FC-B1F8-4953-B0AB-E8E73D968D1C}" srcOrd="0" destOrd="0" presId="urn:microsoft.com/office/officeart/2018/2/layout/IconLabelList"/>
    <dgm:cxn modelId="{2AD6E781-3ED2-484E-B438-73386D2C583D}" type="presParOf" srcId="{8994D886-A75F-411A-A9D7-D31991FF12BD}" destId="{E1DBA6D5-BD14-4CD2-A0CC-80F867FEFA81}" srcOrd="0" destOrd="0" presId="urn:microsoft.com/office/officeart/2018/2/layout/IconLabelList"/>
    <dgm:cxn modelId="{10B2B212-528C-471D-ABD0-D66ED992B833}" type="presParOf" srcId="{E1DBA6D5-BD14-4CD2-A0CC-80F867FEFA81}" destId="{19A8DC21-3E65-409D-AD53-DA51BB9198A0}" srcOrd="0" destOrd="0" presId="urn:microsoft.com/office/officeart/2018/2/layout/IconLabelList"/>
    <dgm:cxn modelId="{2A8FB3D0-F98B-4F5A-BACA-4315E38776FB}" type="presParOf" srcId="{E1DBA6D5-BD14-4CD2-A0CC-80F867FEFA81}" destId="{B9F90A48-FF94-4C94-A587-0190406F6FD3}" srcOrd="1" destOrd="0" presId="urn:microsoft.com/office/officeart/2018/2/layout/IconLabelList"/>
    <dgm:cxn modelId="{95FEF629-9884-451C-89B4-41B897ABE3D6}" type="presParOf" srcId="{E1DBA6D5-BD14-4CD2-A0CC-80F867FEFA81}" destId="{A99B5DD6-89E9-4537-B415-4205CEB9323A}" srcOrd="2" destOrd="0" presId="urn:microsoft.com/office/officeart/2018/2/layout/IconLabelList"/>
    <dgm:cxn modelId="{0FE6827F-DE80-4F8A-8E9D-7F88C0F7EF29}" type="presParOf" srcId="{8994D886-A75F-411A-A9D7-D31991FF12BD}" destId="{8B391436-B9B0-45BD-A57F-792D6376D868}" srcOrd="1" destOrd="0" presId="urn:microsoft.com/office/officeart/2018/2/layout/IconLabelList"/>
    <dgm:cxn modelId="{4857BE3A-D518-473D-AC79-7B9BF18B9824}" type="presParOf" srcId="{8994D886-A75F-411A-A9D7-D31991FF12BD}" destId="{95872155-C45D-46D3-874C-D838089A06F8}" srcOrd="2" destOrd="0" presId="urn:microsoft.com/office/officeart/2018/2/layout/IconLabelList"/>
    <dgm:cxn modelId="{B4B325C4-81F2-4B3E-8CBF-4532B0BFA343}" type="presParOf" srcId="{95872155-C45D-46D3-874C-D838089A06F8}" destId="{CE9DF0E8-B0DE-4E1E-9FF4-6006AD8428DB}" srcOrd="0" destOrd="0" presId="urn:microsoft.com/office/officeart/2018/2/layout/IconLabelList"/>
    <dgm:cxn modelId="{0AE6D335-6E55-47E1-BAD8-0368620AB8F6}" type="presParOf" srcId="{95872155-C45D-46D3-874C-D838089A06F8}" destId="{AA0423A1-55B2-45E9-BFE7-3FBE5BDA65ED}" srcOrd="1" destOrd="0" presId="urn:microsoft.com/office/officeart/2018/2/layout/IconLabelList"/>
    <dgm:cxn modelId="{AFEE8CCD-97FE-4EFA-A584-DF6AFDAD2B20}" type="presParOf" srcId="{95872155-C45D-46D3-874C-D838089A06F8}" destId="{55120873-6F5C-4053-8EAD-6287A7F1097E}" srcOrd="2" destOrd="0" presId="urn:microsoft.com/office/officeart/2018/2/layout/IconLabelList"/>
    <dgm:cxn modelId="{26649F18-C204-4047-8300-905486AB3755}" type="presParOf" srcId="{8994D886-A75F-411A-A9D7-D31991FF12BD}" destId="{F679C986-30E4-4F0A-A3A6-CAE528BFED76}" srcOrd="3" destOrd="0" presId="urn:microsoft.com/office/officeart/2018/2/layout/IconLabelList"/>
    <dgm:cxn modelId="{898D629F-DA37-435F-A0B2-0617605D711A}" type="presParOf" srcId="{8994D886-A75F-411A-A9D7-D31991FF12BD}" destId="{2EC2FDE3-8908-45C7-A3FD-EB370213FE69}" srcOrd="4" destOrd="0" presId="urn:microsoft.com/office/officeart/2018/2/layout/IconLabelList"/>
    <dgm:cxn modelId="{2BDADB1C-15B1-4763-9B35-3792147F8F87}" type="presParOf" srcId="{2EC2FDE3-8908-45C7-A3FD-EB370213FE69}" destId="{6DB1FE51-13D0-4A38-AD6E-48D4371A1AF3}" srcOrd="0" destOrd="0" presId="urn:microsoft.com/office/officeart/2018/2/layout/IconLabelList"/>
    <dgm:cxn modelId="{F692F1E6-C6EC-4391-8432-EB6C34194240}" type="presParOf" srcId="{2EC2FDE3-8908-45C7-A3FD-EB370213FE69}" destId="{0928538A-05CC-4A79-BD5D-92F985D1EEE5}" srcOrd="1" destOrd="0" presId="urn:microsoft.com/office/officeart/2018/2/layout/IconLabelList"/>
    <dgm:cxn modelId="{0E6AF6C4-A4E5-4234-9E16-F9F2334264CD}" type="presParOf" srcId="{2EC2FDE3-8908-45C7-A3FD-EB370213FE69}" destId="{133097FC-B1F8-4953-B0AB-E8E73D968D1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8DC21-3E65-409D-AD53-DA51BB9198A0}">
      <dsp:nvSpPr>
        <dsp:cNvPr id="0" name=""/>
        <dsp:cNvSpPr/>
      </dsp:nvSpPr>
      <dsp:spPr>
        <a:xfrm>
          <a:off x="523237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B5DD6-89E9-4537-B415-4205CEB9323A}">
      <dsp:nvSpPr>
        <dsp:cNvPr id="0" name=""/>
        <dsp:cNvSpPr/>
      </dsp:nvSpPr>
      <dsp:spPr>
        <a:xfrm>
          <a:off x="54818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noProof="0" dirty="0">
              <a:latin typeface="Gill Sans MT" panose="020B0502020104020203"/>
            </a:rPr>
            <a:t>SmartPhones</a:t>
          </a:r>
          <a:endParaRPr lang="es-ES" sz="3600" kern="1200" noProof="0" dirty="0"/>
        </a:p>
      </dsp:txBody>
      <dsp:txXfrm>
        <a:off x="54818" y="2746269"/>
        <a:ext cx="3222832" cy="720000"/>
      </dsp:txXfrm>
    </dsp:sp>
    <dsp:sp modelId="{CE9DF0E8-B0DE-4E1E-9FF4-6006AD8428DB}">
      <dsp:nvSpPr>
        <dsp:cNvPr id="0" name=""/>
        <dsp:cNvSpPr/>
      </dsp:nvSpPr>
      <dsp:spPr>
        <a:xfrm>
          <a:off x="4310064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20873-6F5C-4053-8EAD-6287A7F1097E}">
      <dsp:nvSpPr>
        <dsp:cNvPr id="0" name=""/>
        <dsp:cNvSpPr/>
      </dsp:nvSpPr>
      <dsp:spPr>
        <a:xfrm>
          <a:off x="3841646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noProof="0" dirty="0"/>
            <a:t>Satélite</a:t>
          </a:r>
        </a:p>
      </dsp:txBody>
      <dsp:txXfrm>
        <a:off x="3841646" y="2746269"/>
        <a:ext cx="3222832" cy="720000"/>
      </dsp:txXfrm>
    </dsp:sp>
    <dsp:sp modelId="{6DB1FE51-13D0-4A38-AD6E-48D4371A1AF3}">
      <dsp:nvSpPr>
        <dsp:cNvPr id="0" name=""/>
        <dsp:cNvSpPr/>
      </dsp:nvSpPr>
      <dsp:spPr>
        <a:xfrm>
          <a:off x="8096892" y="494935"/>
          <a:ext cx="2285995" cy="22859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097FC-B1F8-4953-B0AB-E8E73D968D1C}">
      <dsp:nvSpPr>
        <dsp:cNvPr id="0" name=""/>
        <dsp:cNvSpPr/>
      </dsp:nvSpPr>
      <dsp:spPr>
        <a:xfrm>
          <a:off x="7628474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rtlCol="0" anchor="t" anchorCtr="0">
          <a:noAutofit/>
        </a:bodyPr>
        <a:lstStyle/>
        <a:p>
          <a:pPr marL="0" lvl="0" indent="0" algn="ctr" defTabSz="1600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ES" sz="3600" kern="1200" noProof="0" dirty="0"/>
            <a:t>Vínculo</a:t>
          </a:r>
        </a:p>
      </dsp:txBody>
      <dsp:txXfrm>
        <a:off x="7628474" y="2746269"/>
        <a:ext cx="3222832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o de lista de etiquetas"/>
  <dgm:desc val="Se usa para mostrar fragmentos no secuenciales o agrupados de información acompañados de elementos visuales relacionados. Funciona mejor con iconos o imágenes pequeñas con leyendas de texto breve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F08E156-F874-4BEF-8890-9BF40E6D589A}" type="datetime1">
              <a:rPr lang="es-ES" smtClean="0"/>
              <a:t>15/11/2022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/>
          </a:p>
        </p:txBody>
      </p:sp>
      <p:sp>
        <p:nvSpPr>
          <p:cNvPr id="5" name="Marcador de posición de número de diapositiva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8D90168E-626C-4E60-93C0-A00D25609468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ción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CF3130D7-F8A8-418C-88E9-BBD4D9DFEB3A}" type="datetime1">
              <a:rPr lang="es-ES" noProof="0" smtClean="0"/>
              <a:t>15/11/2022</a:t>
            </a:fld>
            <a:endParaRPr lang="es-ES" noProof="0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s-ES" noProof="0"/>
          </a:p>
        </p:txBody>
      </p:sp>
      <p:sp>
        <p:nvSpPr>
          <p:cNvPr id="5" name="Marcador de posición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es-ES" noProof="0"/>
              <a:t>Haga clic para modificar los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6" name="Marcador de posición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B3AB32-59DF-41F1-9618-EDFBF5049629}" type="slidenum">
              <a:rPr lang="es-ES" noProof="0" smtClean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rtl="0"/>
            <a:fld id="{C6B3AB32-59DF-41F1-9618-EDFBF5049629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es-ES" noProof="0"/>
              <a:t>Haga clic para editar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527415BC-640D-4A5D-97F4-B3AF6D514B4F}" type="datetime1">
              <a:rPr lang="es-ES" noProof="0" smtClean="0"/>
              <a:t>15/11/2022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581192" y="2180496"/>
            <a:ext cx="11029615" cy="3678303"/>
          </a:xfrm>
        </p:spPr>
        <p:txBody>
          <a:bodyPr rtlCol="0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63C0F2E-8102-4C04-B216-92E303357A7D}" type="datetime1">
              <a:rPr lang="es-ES" noProof="0" smtClean="0"/>
              <a:t>15/11/2022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la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4F248B33-5C58-41CE-964C-6842390397CD}" type="datetime1">
              <a:rPr lang="es-ES" noProof="0" smtClean="0"/>
              <a:t>15/11/2022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 hasCustomPrompt="1"/>
          </p:nvPr>
        </p:nvSpPr>
        <p:spPr>
          <a:xfrm>
            <a:off x="581193" y="2228003"/>
            <a:ext cx="5422390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6188417" y="2228003"/>
            <a:ext cx="5422392" cy="3633047"/>
          </a:xfrm>
        </p:spPr>
        <p:txBody>
          <a:bodyPr rtlCol="0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5BA1B9D-7B1D-4BE1-A7E4-5BB2C2088ACB}" type="datetime1">
              <a:rPr lang="es-ES" noProof="0" smtClean="0"/>
              <a:t>15/11/2022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ítulo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 hasCustomPrompt="1"/>
          </p:nvPr>
        </p:nvSpPr>
        <p:spPr>
          <a:xfrm>
            <a:off x="887219" y="2250892"/>
            <a:ext cx="5087075" cy="536005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 hasCustomPrompt="1"/>
          </p:nvPr>
        </p:nvSpPr>
        <p:spPr>
          <a:xfrm>
            <a:off x="581194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6523735" y="2250892"/>
            <a:ext cx="5087073" cy="553373"/>
          </a:xfrm>
        </p:spPr>
        <p:txBody>
          <a:bodyPr rtlCol="0"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 hasCustomPrompt="1"/>
          </p:nvPr>
        </p:nvSpPr>
        <p:spPr>
          <a:xfrm>
            <a:off x="6217709" y="2926052"/>
            <a:ext cx="5393100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0CB0E68-1C8F-4D67-918F-E62786C24129}" type="datetime1">
              <a:rPr lang="es-ES" noProof="0" smtClean="0"/>
              <a:t>15/11/2022</a:t>
            </a:fld>
            <a:endParaRPr lang="es-ES" noProof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85856E6-1A6E-42EC-A978-12A9272FDF5C}" type="datetime1">
              <a:rPr lang="es-ES" noProof="0" smtClean="0"/>
              <a:t>15/11/2022</a:t>
            </a:fld>
            <a:endParaRPr lang="es-ES" noProof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5" name="Marcador de posición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7" name="Rectángulo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ítulo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7F5E1B-D606-4320-A15D-FC4A30140CAA}" type="datetime1">
              <a:rPr lang="es-ES" noProof="0" smtClean="0"/>
              <a:t>15/11/2022</a:t>
            </a:fld>
            <a:endParaRPr lang="es-ES" noProof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rtlCol="0"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 hasCustomPrompt="1"/>
          </p:nvPr>
        </p:nvSpPr>
        <p:spPr>
          <a:xfrm>
            <a:off x="447816" y="601200"/>
            <a:ext cx="11292840" cy="4204800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740823" y="5262296"/>
            <a:ext cx="5869987" cy="689515"/>
          </a:xfrm>
        </p:spPr>
        <p:txBody>
          <a:bodyPr rtlCol="0"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68C3FCF1-D70F-4C29-8BA0-77E2454CF0B2}" type="datetime1">
              <a:rPr lang="es-ES" noProof="0" smtClean="0"/>
              <a:t>15/11/2022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ley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es-ES" noProof="0"/>
              <a:t>Haga clic en el icono para agregar una imagen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 hasCustomPrompt="1"/>
          </p:nvPr>
        </p:nvSpPr>
        <p:spPr>
          <a:xfrm>
            <a:off x="581192" y="5260127"/>
            <a:ext cx="11029617" cy="598671"/>
          </a:xfrm>
        </p:spPr>
        <p:txBody>
          <a:bodyPr rtlCol="0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s-ES" noProof="0"/>
              <a:t>Editar estilos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F23DCA2-767B-4473-B444-78DDC7CE8BE1}" type="datetime1">
              <a:rPr lang="es-ES" noProof="0" smtClean="0"/>
              <a:t>15/11/2022</a:t>
            </a:fld>
            <a:endParaRPr lang="es-ES" noProof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7" name="Marcador de posición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ángulo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ítulo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792639E-9E39-42FF-9AAC-BCB1976BDFF9}" type="datetime1">
              <a:rPr lang="es-ES" noProof="0" smtClean="0"/>
              <a:t>15/11/2022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 rtlCol="0"/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posición de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774923" y="675726"/>
            <a:ext cx="7896279" cy="5183073"/>
          </a:xfrm>
        </p:spPr>
        <p:txBody>
          <a:bodyPr vert="eaVert" rtlCol="0" anchor="t"/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27A964E5-56C0-401F-914B-FB7BFDC8E5E2}" type="datetime1">
              <a:rPr lang="es-ES" noProof="0" smtClean="0"/>
              <a:t>15/11/2022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 rtlCol="0"/>
          <a:lstStyle/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 rtlCol="0"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es-ES" noProof="0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es-ES" noProof="0"/>
              <a:t>Editar estilos de texto del patrón</a:t>
            </a:r>
          </a:p>
          <a:p>
            <a:pPr lvl="1" rtl="0"/>
            <a:r>
              <a:rPr lang="es-ES" noProof="0"/>
              <a:t>Segundo nivel</a:t>
            </a:r>
          </a:p>
          <a:p>
            <a:pPr lvl="2" rtl="0"/>
            <a:r>
              <a:rPr lang="es-ES" noProof="0"/>
              <a:t>Tercer nivel</a:t>
            </a:r>
          </a:p>
          <a:p>
            <a:pPr lvl="3" rtl="0"/>
            <a:r>
              <a:rPr lang="es-ES" noProof="0"/>
              <a:t>Cuarto nivel</a:t>
            </a:r>
          </a:p>
          <a:p>
            <a:pPr lvl="4" rtl="0"/>
            <a:r>
              <a:rPr lang="es-ES" noProof="0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4CA91C51-3AF0-4284-99BE-2467DDD29AF8}" type="datetime1">
              <a:rPr lang="es-ES" noProof="0" smtClean="0"/>
              <a:t>15/11/2022</a:t>
            </a:fld>
            <a:endParaRPr lang="es-ES" noProof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pPr rtl="0"/>
            <a:endParaRPr lang="es-ES" noProof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pPr rtl="0"/>
            <a:fld id="{D57F1E4F-1CFF-5643-939E-217C01CDF565}" type="slidenum">
              <a:rPr lang="es-ES" noProof="0" smtClean="0"/>
              <a:pPr rtl="0"/>
              <a:t>‹#›</a:t>
            </a:fld>
            <a:endParaRPr lang="es-ES" noProof="0"/>
          </a:p>
        </p:txBody>
      </p:sp>
      <p:sp>
        <p:nvSpPr>
          <p:cNvPr id="9" name="Rectángulo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ángulo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ángulo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ulticians.org/biblio.html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://cm.bell-labs.com/cm/cs/cbook/" TargetMode="Externa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ángulo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pic>
        <p:nvPicPr>
          <p:cNvPr id="7" name="Imagen 6" descr="Conexiones digitale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upo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ángulo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ángulo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Rectángulo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2" name="Rectángulo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 rtlCol="0">
            <a:noAutofit/>
          </a:bodyPr>
          <a:lstStyle/>
          <a:p>
            <a:r>
              <a:rPr lang="es-ES" sz="6000">
                <a:solidFill>
                  <a:schemeClr val="bg1"/>
                </a:solidFill>
              </a:rPr>
              <a:t>Dennis ritchie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 rtlCol="0">
            <a:normAutofit/>
          </a:bodyPr>
          <a:lstStyle/>
          <a:p>
            <a:r>
              <a:rPr lang="es-ES" dirty="0">
                <a:solidFill>
                  <a:srgbClr val="7CEBFF"/>
                </a:solidFill>
              </a:rPr>
              <a:t>Personaje Relevante en la historia Creador del lenguaje C y S.O UNIX</a:t>
            </a: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22269-1A2E-4717-0CD7-00AAB2797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ea typeface="+mj-lt"/>
                <a:cs typeface="+mj-lt"/>
              </a:rPr>
              <a:t>Dennis </a:t>
            </a:r>
            <a:r>
              <a:rPr lang="en-US" b="1" dirty="0" err="1">
                <a:ea typeface="+mj-lt"/>
                <a:cs typeface="+mj-lt"/>
              </a:rPr>
              <a:t>MacAlistair</a:t>
            </a:r>
            <a:r>
              <a:rPr lang="en-US" b="1" dirty="0">
                <a:ea typeface="+mj-lt"/>
                <a:cs typeface="+mj-lt"/>
              </a:rPr>
              <a:t> Ritchie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01B3D8-4728-8905-9101-4F34B0242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US" dirty="0" err="1"/>
              <a:t>Conocido</a:t>
            </a:r>
            <a:r>
              <a:rPr lang="en-US" dirty="0"/>
              <a:t> </a:t>
            </a:r>
            <a:r>
              <a:rPr lang="en-US" dirty="0" err="1"/>
              <a:t>tambien</a:t>
            </a:r>
            <a:r>
              <a:rPr lang="en-US" dirty="0"/>
              <a:t> </a:t>
            </a:r>
            <a:r>
              <a:rPr lang="en-US" dirty="0" err="1"/>
              <a:t>como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padre del </a:t>
            </a:r>
            <a:r>
              <a:rPr lang="en-US" dirty="0" err="1"/>
              <a:t>lenguaje</a:t>
            </a:r>
            <a:r>
              <a:rPr lang="en-US" dirty="0"/>
              <a:t> C . Lo </a:t>
            </a:r>
            <a:r>
              <a:rPr lang="en-US" dirty="0" err="1"/>
              <a:t>desarrollo</a:t>
            </a:r>
            <a:r>
              <a:rPr lang="en-US" dirty="0"/>
              <a:t> </a:t>
            </a:r>
            <a:r>
              <a:rPr lang="en-US" dirty="0" err="1"/>
              <a:t>por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año</a:t>
            </a:r>
            <a:r>
              <a:rPr lang="en-US" dirty="0"/>
              <a:t> 1967 </a:t>
            </a:r>
            <a:r>
              <a:rPr lang="en-US" dirty="0" err="1"/>
              <a:t>cuando</a:t>
            </a:r>
            <a:r>
              <a:rPr lang="en-US" dirty="0"/>
              <a:t> </a:t>
            </a:r>
            <a:r>
              <a:rPr lang="en-US" dirty="0" err="1"/>
              <a:t>ingreso</a:t>
            </a:r>
            <a:r>
              <a:rPr lang="en-US" dirty="0"/>
              <a:t> al </a:t>
            </a:r>
            <a:r>
              <a:rPr lang="en-US" dirty="0" err="1"/>
              <a:t>centro</a:t>
            </a:r>
            <a:r>
              <a:rPr lang="en-US" dirty="0"/>
              <a:t> de </a:t>
            </a:r>
            <a:r>
              <a:rPr lang="en-US" dirty="0" err="1"/>
              <a:t>investigacion</a:t>
            </a:r>
            <a:r>
              <a:rPr lang="en-US" dirty="0"/>
              <a:t> de </a:t>
            </a:r>
            <a:r>
              <a:rPr lang="en-US" dirty="0" err="1"/>
              <a:t>ciencias</a:t>
            </a:r>
            <a:r>
              <a:rPr lang="en-US" dirty="0"/>
              <a:t> de la </a:t>
            </a:r>
            <a:r>
              <a:rPr lang="en-US" dirty="0" err="1"/>
              <a:t>computacion</a:t>
            </a:r>
            <a:r>
              <a:rPr lang="en-US" dirty="0"/>
              <a:t> de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laboratorios</a:t>
            </a:r>
            <a:r>
              <a:rPr lang="en-US" dirty="0"/>
              <a:t> Bell de la AT&amp;T </a:t>
            </a:r>
            <a:r>
              <a:rPr lang="en-US" dirty="0" err="1">
                <a:ea typeface="+mn-lt"/>
                <a:cs typeface="+mn-lt"/>
              </a:rPr>
              <a:t>ingresó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el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equipo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desarrollo</a:t>
            </a:r>
            <a:r>
              <a:rPr lang="en-US" dirty="0">
                <a:ea typeface="+mn-lt"/>
                <a:cs typeface="+mn-lt"/>
              </a:rPr>
              <a:t> del </a:t>
            </a:r>
            <a:r>
              <a:rPr lang="en-US" dirty="0" err="1">
                <a:ea typeface="+mn-lt"/>
                <a:cs typeface="+mn-lt"/>
              </a:rPr>
              <a:t>sistema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operativo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u="sng" dirty="0">
                <a:ea typeface="+mn-lt"/>
                <a:cs typeface="+mn-lt"/>
                <a:hlinkClick r:id="rId2"/>
              </a:rPr>
              <a:t>Multics</a:t>
            </a:r>
            <a:r>
              <a:rPr lang="en-US" dirty="0">
                <a:ea typeface="+mn-lt"/>
                <a:cs typeface="+mn-lt"/>
              </a:rPr>
              <a:t> (</a:t>
            </a:r>
            <a:r>
              <a:rPr lang="en-US" b="1" dirty="0">
                <a:ea typeface="+mn-lt"/>
                <a:cs typeface="+mn-lt"/>
              </a:rPr>
              <a:t>Mult</a:t>
            </a:r>
            <a:r>
              <a:rPr lang="en-US" dirty="0">
                <a:ea typeface="+mn-lt"/>
                <a:cs typeface="+mn-lt"/>
              </a:rPr>
              <a:t>iplexed </a:t>
            </a:r>
            <a:r>
              <a:rPr lang="en-US" b="1" dirty="0">
                <a:ea typeface="+mn-lt"/>
                <a:cs typeface="+mn-lt"/>
              </a:rPr>
              <a:t>I</a:t>
            </a:r>
            <a:r>
              <a:rPr lang="en-US" dirty="0">
                <a:ea typeface="+mn-lt"/>
                <a:cs typeface="+mn-lt"/>
              </a:rPr>
              <a:t>nformation and </a:t>
            </a:r>
            <a:r>
              <a:rPr lang="en-US" b="1" dirty="0">
                <a:ea typeface="+mn-lt"/>
                <a:cs typeface="+mn-lt"/>
              </a:rPr>
              <a:t>C</a:t>
            </a:r>
            <a:r>
              <a:rPr lang="en-US" dirty="0">
                <a:ea typeface="+mn-lt"/>
                <a:cs typeface="+mn-lt"/>
              </a:rPr>
              <a:t>omputing </a:t>
            </a:r>
            <a:r>
              <a:rPr lang="en-US" b="1" dirty="0">
                <a:ea typeface="+mn-lt"/>
                <a:cs typeface="+mn-lt"/>
              </a:rPr>
              <a:t>S</a:t>
            </a:r>
            <a:r>
              <a:rPr lang="en-US" dirty="0">
                <a:ea typeface="+mn-lt"/>
                <a:cs typeface="+mn-lt"/>
              </a:rPr>
              <a:t>ervice) </a:t>
            </a:r>
            <a:r>
              <a:rPr lang="en-US" dirty="0" err="1">
                <a:ea typeface="+mn-lt"/>
                <a:cs typeface="+mn-lt"/>
              </a:rPr>
              <a:t>donde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estaban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trabajando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UNIX.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La </a:t>
            </a:r>
            <a:r>
              <a:rPr lang="en-US" dirty="0" err="1">
                <a:ea typeface="+mn-lt"/>
                <a:cs typeface="+mn-lt"/>
              </a:rPr>
              <a:t>primera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versión</a:t>
            </a:r>
            <a:r>
              <a:rPr lang="en-US" dirty="0">
                <a:ea typeface="+mn-lt"/>
                <a:cs typeface="+mn-lt"/>
              </a:rPr>
              <a:t> del UNIX para PDP-11 </a:t>
            </a:r>
            <a:r>
              <a:rPr lang="en-US" dirty="0" err="1">
                <a:ea typeface="+mn-lt"/>
                <a:cs typeface="+mn-lt"/>
              </a:rPr>
              <a:t>fue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completamente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escrito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lenguaje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ensamblador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pero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cuando</a:t>
            </a:r>
            <a:r>
              <a:rPr lang="en-US" dirty="0">
                <a:ea typeface="+mn-lt"/>
                <a:cs typeface="+mn-lt"/>
              </a:rPr>
              <a:t> las </a:t>
            </a:r>
            <a:r>
              <a:rPr lang="en-US" dirty="0" err="1">
                <a:ea typeface="+mn-lt"/>
                <a:cs typeface="+mn-lt"/>
              </a:rPr>
              <a:t>primigenias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versiones</a:t>
            </a:r>
            <a:r>
              <a:rPr lang="en-US" dirty="0">
                <a:ea typeface="+mn-lt"/>
                <a:cs typeface="+mn-lt"/>
              </a:rPr>
              <a:t> de C </a:t>
            </a:r>
            <a:r>
              <a:rPr lang="en-US" dirty="0" err="1">
                <a:ea typeface="+mn-lt"/>
                <a:cs typeface="+mn-lt"/>
              </a:rPr>
              <a:t>ya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soportaban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los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tipos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estructura</a:t>
            </a:r>
            <a:r>
              <a:rPr lang="en-US" dirty="0">
                <a:ea typeface="+mn-lt"/>
                <a:cs typeface="+mn-lt"/>
              </a:rPr>
              <a:t>, la mayor </a:t>
            </a:r>
            <a:r>
              <a:rPr lang="en-US" dirty="0" err="1">
                <a:ea typeface="+mn-lt"/>
                <a:cs typeface="+mn-lt"/>
              </a:rPr>
              <a:t>parte</a:t>
            </a:r>
            <a:r>
              <a:rPr lang="en-US" dirty="0">
                <a:ea typeface="+mn-lt"/>
                <a:cs typeface="+mn-lt"/>
              </a:rPr>
              <a:t> del </a:t>
            </a:r>
            <a:r>
              <a:rPr lang="en-US" dirty="0" err="1">
                <a:ea typeface="+mn-lt"/>
                <a:cs typeface="+mn-lt"/>
              </a:rPr>
              <a:t>núcleo</a:t>
            </a:r>
            <a:r>
              <a:rPr lang="en-US" dirty="0">
                <a:ea typeface="+mn-lt"/>
                <a:cs typeface="+mn-lt"/>
              </a:rPr>
              <a:t> de UNIX </a:t>
            </a:r>
            <a:r>
              <a:rPr lang="en-US" dirty="0" err="1">
                <a:ea typeface="+mn-lt"/>
                <a:cs typeface="+mn-lt"/>
              </a:rPr>
              <a:t>fue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portada</a:t>
            </a:r>
            <a:r>
              <a:rPr lang="en-US" dirty="0">
                <a:ea typeface="+mn-lt"/>
                <a:cs typeface="+mn-lt"/>
              </a:rPr>
              <a:t> a C. El </a:t>
            </a:r>
            <a:r>
              <a:rPr lang="en-US" dirty="0" err="1">
                <a:ea typeface="+mn-lt"/>
                <a:cs typeface="+mn-lt"/>
              </a:rPr>
              <a:t>núcleo</a:t>
            </a:r>
            <a:r>
              <a:rPr lang="en-US" dirty="0">
                <a:ea typeface="+mn-lt"/>
                <a:cs typeface="+mn-lt"/>
              </a:rPr>
              <a:t> de UNIX se </a:t>
            </a:r>
            <a:r>
              <a:rPr lang="en-US" dirty="0" err="1">
                <a:ea typeface="+mn-lt"/>
                <a:cs typeface="+mn-lt"/>
              </a:rPr>
              <a:t>convirtió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así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b="1" dirty="0">
                <a:ea typeface="+mn-lt"/>
                <a:cs typeface="+mn-lt"/>
              </a:rPr>
              <a:t>uno de </a:t>
            </a:r>
            <a:r>
              <a:rPr lang="en-US" b="1" dirty="0" err="1">
                <a:ea typeface="+mn-lt"/>
                <a:cs typeface="+mn-lt"/>
              </a:rPr>
              <a:t>los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b="1" dirty="0" err="1">
                <a:ea typeface="+mn-lt"/>
                <a:cs typeface="+mn-lt"/>
              </a:rPr>
              <a:t>primeros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núcleo</a:t>
            </a:r>
            <a:r>
              <a:rPr lang="en-US" dirty="0">
                <a:ea typeface="+mn-lt"/>
                <a:cs typeface="+mn-lt"/>
              </a:rPr>
              <a:t> de </a:t>
            </a:r>
            <a:r>
              <a:rPr lang="en-US" dirty="0" err="1">
                <a:ea typeface="+mn-lt"/>
                <a:cs typeface="+mn-lt"/>
              </a:rPr>
              <a:t>sistemas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operativos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escrito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algo </a:t>
            </a:r>
            <a:r>
              <a:rPr lang="en-US" dirty="0" err="1">
                <a:ea typeface="+mn-lt"/>
                <a:cs typeface="+mn-lt"/>
              </a:rPr>
              <a:t>diferente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lenguaje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ensamblador</a:t>
            </a:r>
            <a:r>
              <a:rPr lang="en-US" dirty="0">
                <a:ea typeface="+mn-lt"/>
                <a:cs typeface="+mn-lt"/>
              </a:rPr>
              <a:t> junto a Multics y MPC.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774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ángulo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 rtlCol="0">
            <a:normAutofit/>
          </a:bodyPr>
          <a:lstStyle/>
          <a:p>
            <a:r>
              <a:rPr lang="es-ES" dirty="0">
                <a:solidFill>
                  <a:srgbClr val="FFFEFF"/>
                </a:solidFill>
              </a:rPr>
              <a:t>Unix en todas partes </a:t>
            </a:r>
            <a:endParaRPr lang="en-US" dirty="0"/>
          </a:p>
        </p:txBody>
      </p:sp>
      <p:graphicFrame>
        <p:nvGraphicFramePr>
          <p:cNvPr id="4" name="Marcador de contenido 3" descr="Gráfico de SmartArt, icono">
            <a:extLst>
              <a:ext uri="{FF2B5EF4-FFF2-40B4-BE49-F238E27FC236}">
                <a16:creationId xmlns:a16="http://schemas.microsoft.com/office/drawing/2014/main" id="{81E592E1-99DF-4294-A2E9-EF46299BD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1083883"/>
              </p:ext>
            </p:extLst>
          </p:nvPr>
        </p:nvGraphicFramePr>
        <p:xfrm>
          <a:off x="642938" y="858445"/>
          <a:ext cx="10906125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12C8E8-1AF4-F5BC-B09A-FEA8A40292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anchor="b">
            <a:normAutofit/>
          </a:bodyPr>
          <a:lstStyle/>
          <a:p>
            <a:r>
              <a:rPr lang="en-US" dirty="0" err="1"/>
              <a:t>Lenguaje</a:t>
            </a:r>
            <a:r>
              <a:rPr lang="en-US" dirty="0"/>
              <a:t> C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47A9DAC-8953-093D-2354-590C154277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4136254"/>
          </a:xfrm>
        </p:spPr>
        <p:txBody>
          <a:bodyPr>
            <a:normAutofit/>
          </a:bodyPr>
          <a:lstStyle/>
          <a:p>
            <a:pPr marL="305435" indent="-305435"/>
            <a:r>
              <a:rPr lang="en-US" dirty="0">
                <a:ea typeface="+mn-lt"/>
                <a:cs typeface="+mn-lt"/>
              </a:rPr>
              <a:t>En 1978, Dennis Ritchie y Brian Kernighan </a:t>
            </a:r>
            <a:r>
              <a:rPr lang="en-US" dirty="0" err="1">
                <a:ea typeface="+mn-lt"/>
                <a:cs typeface="+mn-lt"/>
              </a:rPr>
              <a:t>publicaron</a:t>
            </a:r>
            <a:r>
              <a:rPr lang="en-US" dirty="0">
                <a:ea typeface="+mn-lt"/>
                <a:cs typeface="+mn-lt"/>
              </a:rPr>
              <a:t> la </a:t>
            </a:r>
            <a:r>
              <a:rPr lang="en-US" dirty="0" err="1">
                <a:ea typeface="+mn-lt"/>
                <a:cs typeface="+mn-lt"/>
              </a:rPr>
              <a:t>primera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edición</a:t>
            </a:r>
            <a:r>
              <a:rPr lang="en-US" dirty="0">
                <a:ea typeface="+mn-lt"/>
                <a:cs typeface="+mn-lt"/>
              </a:rPr>
              <a:t> de </a:t>
            </a:r>
            <a:r>
              <a:rPr lang="en-US" i="1" u="sng" dirty="0">
                <a:ea typeface="+mn-lt"/>
                <a:cs typeface="+mn-lt"/>
                <a:hlinkClick r:id="rId2"/>
              </a:rPr>
              <a:t>El lenguaje de programación C</a:t>
            </a:r>
            <a:r>
              <a:rPr lang="en-US" dirty="0">
                <a:ea typeface="+mn-lt"/>
                <a:cs typeface="+mn-lt"/>
              </a:rPr>
              <a:t>. El </a:t>
            </a:r>
            <a:r>
              <a:rPr lang="en-US" dirty="0" err="1">
                <a:ea typeface="+mn-lt"/>
                <a:cs typeface="+mn-lt"/>
              </a:rPr>
              <a:t>libro</a:t>
            </a:r>
            <a:r>
              <a:rPr lang="en-US" dirty="0">
                <a:ea typeface="+mn-lt"/>
                <a:cs typeface="+mn-lt"/>
              </a:rPr>
              <a:t> pronto se </a:t>
            </a:r>
            <a:r>
              <a:rPr lang="en-US" dirty="0" err="1">
                <a:ea typeface="+mn-lt"/>
                <a:cs typeface="+mn-lt"/>
              </a:rPr>
              <a:t>empezó</a:t>
            </a:r>
            <a:r>
              <a:rPr lang="en-US" dirty="0">
                <a:ea typeface="+mn-lt"/>
                <a:cs typeface="+mn-lt"/>
              </a:rPr>
              <a:t> a </a:t>
            </a:r>
            <a:r>
              <a:rPr lang="en-US" dirty="0" err="1">
                <a:ea typeface="+mn-lt"/>
                <a:cs typeface="+mn-lt"/>
              </a:rPr>
              <a:t>conocer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la </a:t>
            </a:r>
            <a:r>
              <a:rPr lang="en-US" dirty="0" err="1">
                <a:ea typeface="+mn-lt"/>
                <a:cs typeface="+mn-lt"/>
              </a:rPr>
              <a:t>comunidad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i="1" dirty="0">
                <a:ea typeface="+mn-lt"/>
                <a:cs typeface="+mn-lt"/>
              </a:rPr>
              <a:t>K&amp;R C</a:t>
            </a:r>
            <a:r>
              <a:rPr lang="en-US" dirty="0">
                <a:ea typeface="+mn-lt"/>
                <a:cs typeface="+mn-lt"/>
              </a:rPr>
              <a:t> o C de Kernighan y Ritchie y </a:t>
            </a:r>
            <a:r>
              <a:rPr lang="en-US" dirty="0" err="1">
                <a:ea typeface="+mn-lt"/>
                <a:cs typeface="+mn-lt"/>
              </a:rPr>
              <a:t>fue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usado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durante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muchos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años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una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b="1" dirty="0" err="1">
                <a:ea typeface="+mn-lt"/>
                <a:cs typeface="+mn-lt"/>
              </a:rPr>
              <a:t>especificación</a:t>
            </a:r>
            <a:r>
              <a:rPr lang="en-US" b="1" dirty="0">
                <a:ea typeface="+mn-lt"/>
                <a:cs typeface="+mn-lt"/>
              </a:rPr>
              <a:t> informal</a:t>
            </a:r>
            <a:r>
              <a:rPr lang="en-US" dirty="0">
                <a:ea typeface="+mn-lt"/>
                <a:cs typeface="+mn-lt"/>
              </a:rPr>
              <a:t> del </a:t>
            </a:r>
            <a:r>
              <a:rPr lang="en-US" dirty="0" err="1">
                <a:ea typeface="+mn-lt"/>
                <a:cs typeface="+mn-lt"/>
              </a:rPr>
              <a:t>lenguaje</a:t>
            </a:r>
            <a:r>
              <a:rPr lang="en-US" dirty="0">
                <a:ea typeface="+mn-lt"/>
                <a:cs typeface="+mn-lt"/>
              </a:rPr>
              <a:t> antes de la </a:t>
            </a:r>
            <a:r>
              <a:rPr lang="en-US" dirty="0" err="1">
                <a:ea typeface="+mn-lt"/>
                <a:cs typeface="+mn-lt"/>
              </a:rPr>
              <a:t>aparición</a:t>
            </a:r>
            <a:r>
              <a:rPr lang="en-US" dirty="0">
                <a:ea typeface="+mn-lt"/>
                <a:cs typeface="+mn-lt"/>
              </a:rPr>
              <a:t> del ANSI C.</a:t>
            </a:r>
          </a:p>
          <a:p>
            <a:pPr marL="305435" indent="-305435"/>
            <a:r>
              <a:rPr lang="en-US" dirty="0">
                <a:ea typeface="+mn-lt"/>
                <a:cs typeface="+mn-lt"/>
              </a:rPr>
              <a:t>El C de Kernighan y Ritchie </a:t>
            </a:r>
            <a:r>
              <a:rPr lang="en-US" dirty="0" err="1">
                <a:ea typeface="+mn-lt"/>
                <a:cs typeface="+mn-lt"/>
              </a:rPr>
              <a:t>tenía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algunas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peculiaridades</a:t>
            </a:r>
            <a:r>
              <a:rPr lang="en-US" dirty="0">
                <a:ea typeface="+mn-lt"/>
                <a:cs typeface="+mn-lt"/>
              </a:rPr>
              <a:t> , </a:t>
            </a:r>
            <a:r>
              <a:rPr lang="en-US" dirty="0" err="1">
                <a:ea typeface="+mn-lt"/>
                <a:cs typeface="+mn-lt"/>
              </a:rPr>
              <a:t>como</a:t>
            </a:r>
            <a:r>
              <a:rPr lang="en-US" dirty="0">
                <a:ea typeface="+mn-lt"/>
                <a:cs typeface="+mn-lt"/>
              </a:rPr>
              <a:t> la de que las </a:t>
            </a:r>
            <a:r>
              <a:rPr lang="en-US" dirty="0" err="1">
                <a:ea typeface="+mn-lt"/>
                <a:cs typeface="+mn-lt"/>
              </a:rPr>
              <a:t>funciones</a:t>
            </a:r>
            <a:r>
              <a:rPr lang="en-US" dirty="0">
                <a:ea typeface="+mn-lt"/>
                <a:cs typeface="+mn-lt"/>
              </a:rPr>
              <a:t> que no </a:t>
            </a:r>
            <a:r>
              <a:rPr lang="en-US" dirty="0" err="1">
                <a:ea typeface="+mn-lt"/>
                <a:cs typeface="+mn-lt"/>
              </a:rPr>
              <a:t>devolvían</a:t>
            </a:r>
            <a:r>
              <a:rPr lang="en-US" dirty="0">
                <a:ea typeface="+mn-lt"/>
                <a:cs typeface="+mn-lt"/>
              </a:rPr>
              <a:t> un </a:t>
            </a:r>
            <a:r>
              <a:rPr lang="en-US" dirty="0" err="1">
                <a:ea typeface="+mn-lt"/>
                <a:cs typeface="+mn-lt"/>
              </a:rPr>
              <a:t>tipo</a:t>
            </a:r>
            <a:r>
              <a:rPr lang="en-US" dirty="0">
                <a:ea typeface="+mn-lt"/>
                <a:cs typeface="+mn-lt"/>
              </a:rPr>
              <a:t> de valor </a:t>
            </a:r>
            <a:r>
              <a:rPr lang="en-US" dirty="0" err="1">
                <a:ea typeface="+mn-lt"/>
                <a:cs typeface="+mn-lt"/>
              </a:rPr>
              <a:t>diferente</a:t>
            </a:r>
            <a:r>
              <a:rPr lang="en-US" dirty="0">
                <a:ea typeface="+mn-lt"/>
                <a:cs typeface="+mn-lt"/>
              </a:rPr>
              <a:t> a un </a:t>
            </a:r>
            <a:r>
              <a:rPr lang="en-US" dirty="0" err="1">
                <a:ea typeface="+mn-lt"/>
                <a:cs typeface="+mn-lt"/>
              </a:rPr>
              <a:t>entero</a:t>
            </a:r>
            <a:r>
              <a:rPr lang="en-US" dirty="0">
                <a:ea typeface="+mn-lt"/>
                <a:cs typeface="+mn-lt"/>
              </a:rPr>
              <a:t>, no </a:t>
            </a:r>
            <a:r>
              <a:rPr lang="en-US" dirty="0" err="1">
                <a:ea typeface="+mn-lt"/>
                <a:cs typeface="+mn-lt"/>
              </a:rPr>
              <a:t>tenían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qué</a:t>
            </a:r>
            <a:r>
              <a:rPr lang="en-US" dirty="0">
                <a:ea typeface="+mn-lt"/>
                <a:cs typeface="+mn-lt"/>
              </a:rPr>
              <a:t> ser </a:t>
            </a:r>
            <a:r>
              <a:rPr lang="en-US" dirty="0" err="1">
                <a:ea typeface="+mn-lt"/>
                <a:cs typeface="+mn-lt"/>
              </a:rPr>
              <a:t>definidos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previamente</a:t>
            </a:r>
            <a:r>
              <a:rPr lang="en-US" dirty="0">
                <a:ea typeface="+mn-lt"/>
                <a:cs typeface="+mn-lt"/>
              </a:rPr>
              <a:t> con un </a:t>
            </a:r>
            <a:r>
              <a:rPr lang="en-US" dirty="0" err="1">
                <a:ea typeface="+mn-lt"/>
                <a:cs typeface="+mn-lt"/>
              </a:rPr>
              <a:t>prototipo</a:t>
            </a:r>
            <a:r>
              <a:rPr lang="en-US" dirty="0">
                <a:ea typeface="+mn-lt"/>
                <a:cs typeface="+mn-lt"/>
              </a:rPr>
              <a:t>. </a:t>
            </a:r>
            <a:r>
              <a:rPr lang="en-US" dirty="0" err="1">
                <a:ea typeface="+mn-lt"/>
                <a:cs typeface="+mn-lt"/>
              </a:rPr>
              <a:t>Así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por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ejemplo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esta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sintaxis</a:t>
            </a:r>
            <a:r>
              <a:rPr lang="en-US" dirty="0">
                <a:ea typeface="+mn-lt"/>
                <a:cs typeface="+mn-lt"/>
              </a:rPr>
              <a:t> era </a:t>
            </a:r>
            <a:r>
              <a:rPr lang="en-US" dirty="0" err="1">
                <a:ea typeface="+mn-lt"/>
                <a:cs typeface="+mn-lt"/>
              </a:rPr>
              <a:t>válida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K&amp;R C </a:t>
            </a:r>
            <a:r>
              <a:rPr lang="en-US" dirty="0" err="1">
                <a:ea typeface="+mn-lt"/>
                <a:cs typeface="+mn-lt"/>
              </a:rPr>
              <a:t>pero</a:t>
            </a:r>
            <a:r>
              <a:rPr lang="en-US" dirty="0">
                <a:ea typeface="+mn-lt"/>
                <a:cs typeface="+mn-lt"/>
              </a:rPr>
              <a:t> no </a:t>
            </a:r>
            <a:r>
              <a:rPr lang="en-US" dirty="0" err="1">
                <a:ea typeface="+mn-lt"/>
                <a:cs typeface="+mn-lt"/>
              </a:rPr>
              <a:t>en</a:t>
            </a:r>
            <a:r>
              <a:rPr lang="en-US" dirty="0">
                <a:ea typeface="+mn-lt"/>
                <a:cs typeface="+mn-lt"/>
              </a:rPr>
              <a:t> ANSI C:</a:t>
            </a:r>
            <a:endParaRPr lang="en-US" dirty="0"/>
          </a:p>
          <a:p>
            <a:pPr marL="305435" indent="-305435"/>
            <a:endParaRPr lang="en-US" dirty="0"/>
          </a:p>
        </p:txBody>
      </p:sp>
      <p:pic>
        <p:nvPicPr>
          <p:cNvPr id="4" name="Picture 4" descr="A picture containing text, person, indoor, computer&#10;&#10;Description automatically generated">
            <a:extLst>
              <a:ext uri="{FF2B5EF4-FFF2-40B4-BE49-F238E27FC236}">
                <a16:creationId xmlns:a16="http://schemas.microsoft.com/office/drawing/2014/main" id="{262193F6-847E-27D2-8628-2410281EBC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548126" y="2228003"/>
            <a:ext cx="4702973" cy="3633047"/>
          </a:xfrm>
          <a:noFill/>
        </p:spPr>
      </p:pic>
    </p:spTree>
    <p:extLst>
      <p:ext uri="{BB962C8B-B14F-4D97-AF65-F5344CB8AC3E}">
        <p14:creationId xmlns:p14="http://schemas.microsoft.com/office/powerpoint/2010/main" val="11457535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D3AEC7-1375-43AA-126C-A1D50744E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C47A0-3529-5A1C-5D7F-26615DCEBD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05435" indent="-305435"/>
            <a:r>
              <a:rPr lang="en-US" dirty="0"/>
              <a:t> </a:t>
            </a:r>
            <a:r>
              <a:rPr lang="en-US" dirty="0">
                <a:ea typeface="+mn-lt"/>
                <a:cs typeface="+mn-lt"/>
              </a:rPr>
              <a:t> </a:t>
            </a:r>
            <a:r>
              <a:rPr lang="en-US" dirty="0" err="1">
                <a:ea typeface="+mn-lt"/>
                <a:cs typeface="+mn-lt"/>
              </a:rPr>
              <a:t>laboratorios</a:t>
            </a:r>
            <a:r>
              <a:rPr lang="en-US" dirty="0">
                <a:ea typeface="+mn-lt"/>
                <a:cs typeface="+mn-lt"/>
              </a:rPr>
              <a:t> Bell  </a:t>
            </a:r>
            <a:r>
              <a:rPr lang="en-US" dirty="0"/>
              <a:t>Equipo de </a:t>
            </a:r>
            <a:r>
              <a:rPr lang="en-US" dirty="0" err="1"/>
              <a:t>desarrollo</a:t>
            </a:r>
            <a:r>
              <a:rPr lang="en-US" dirty="0"/>
              <a:t> del S.O </a:t>
            </a:r>
            <a:r>
              <a:rPr lang="en-US" dirty="0" err="1"/>
              <a:t>multics</a:t>
            </a:r>
            <a:r>
              <a:rPr lang="en-US" dirty="0"/>
              <a:t> </a:t>
            </a:r>
            <a:r>
              <a:rPr lang="en-US" dirty="0" err="1"/>
              <a:t>proyecto</a:t>
            </a:r>
            <a:r>
              <a:rPr lang="en-US" dirty="0"/>
              <a:t> que </a:t>
            </a:r>
            <a:r>
              <a:rPr lang="en-US" dirty="0" err="1"/>
              <a:t>fracaso</a:t>
            </a:r>
            <a:r>
              <a:rPr lang="en-US" dirty="0"/>
              <a:t> </a:t>
            </a:r>
            <a:r>
              <a:rPr lang="en-US" dirty="0" err="1"/>
              <a:t>pero</a:t>
            </a:r>
            <a:r>
              <a:rPr lang="en-US" dirty="0"/>
              <a:t> </a:t>
            </a:r>
            <a:r>
              <a:rPr lang="en-US" dirty="0" err="1"/>
              <a:t>dio</a:t>
            </a:r>
            <a:r>
              <a:rPr lang="en-US" dirty="0"/>
              <a:t> 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camino</a:t>
            </a:r>
            <a:r>
              <a:rPr lang="en-US" dirty="0"/>
              <a:t> para la </a:t>
            </a:r>
            <a:r>
              <a:rPr lang="en-US" dirty="0" err="1"/>
              <a:t>creacion</a:t>
            </a:r>
            <a:r>
              <a:rPr lang="en-US" dirty="0"/>
              <a:t> de UNIX .</a:t>
            </a:r>
          </a:p>
        </p:txBody>
      </p:sp>
      <p:pic>
        <p:nvPicPr>
          <p:cNvPr id="5" name="Picture 5">
            <a:extLst>
              <a:ext uri="{FF2B5EF4-FFF2-40B4-BE49-F238E27FC236}">
                <a16:creationId xmlns:a16="http://schemas.microsoft.com/office/drawing/2014/main" id="{A55EDC42-13EA-FE8A-6533-06E56E1B549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88417" y="2353949"/>
            <a:ext cx="5422392" cy="3381155"/>
          </a:xfrm>
        </p:spPr>
      </p:pic>
    </p:spTree>
    <p:extLst>
      <p:ext uri="{BB962C8B-B14F-4D97-AF65-F5344CB8AC3E}">
        <p14:creationId xmlns:p14="http://schemas.microsoft.com/office/powerpoint/2010/main" val="20469824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ángulo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ángulo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Rectángulo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Rectángulo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 rtlCol="0">
            <a:normAutofit/>
          </a:bodyPr>
          <a:lstStyle/>
          <a:p>
            <a:pPr rtl="0"/>
            <a:r>
              <a:rPr lang="es-ES">
                <a:solidFill>
                  <a:srgbClr val="FFFFFF"/>
                </a:solidFill>
              </a:rPr>
              <a:t>Gracias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 rtlCol="0">
            <a:normAutofit/>
          </a:bodyPr>
          <a:lstStyle/>
          <a:p>
            <a:pPr rtl="0"/>
            <a:r>
              <a:rPr lang="es-ES">
                <a:solidFill>
                  <a:schemeClr val="bg2"/>
                </a:solidFill>
              </a:rPr>
              <a:t>alguien@ejemplo.com</a:t>
            </a:r>
          </a:p>
          <a:p>
            <a:pPr rtl="0"/>
            <a:endParaRPr lang="es-ES">
              <a:solidFill>
                <a:schemeClr val="bg2"/>
              </a:solidFill>
            </a:endParaRPr>
          </a:p>
          <a:p>
            <a:pPr rtl="0"/>
            <a:endParaRPr lang="es-ES">
              <a:solidFill>
                <a:schemeClr val="bg2"/>
              </a:solidFill>
            </a:endParaRPr>
          </a:p>
        </p:txBody>
      </p:sp>
      <p:pic>
        <p:nvPicPr>
          <p:cNvPr id="5" name="Imagen 4" descr="Números digitale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o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" id="{2A0EABFE-4432-4370-93B1-2B029EB7438D}" vid="{B6EC9E21-8C82-4EB1-BBE7-A370F785D0C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la oficin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24</Words>
  <Application>Microsoft Office PowerPoint</Application>
  <PresentationFormat>Widescreen</PresentationFormat>
  <Paragraphs>15</Paragraphs>
  <Slides>6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Dividendo</vt:lpstr>
      <vt:lpstr>Dennis ritchie</vt:lpstr>
      <vt:lpstr>Dennis MacAlistair Ritchie</vt:lpstr>
      <vt:lpstr>Unix en todas partes </vt:lpstr>
      <vt:lpstr>Lenguaje C</vt:lpstr>
      <vt:lpstr>PowerPoint Presentation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Diseño tecnológico</dc:title>
  <dc:creator/>
  <cp:lastModifiedBy/>
  <cp:revision>66</cp:revision>
  <dcterms:created xsi:type="dcterms:W3CDTF">2022-11-15T16:50:26Z</dcterms:created>
  <dcterms:modified xsi:type="dcterms:W3CDTF">2022-11-15T21:50:55Z</dcterms:modified>
</cp:coreProperties>
</file>